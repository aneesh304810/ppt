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to use out loud: HTTP is a postcard, HTTPS is a sealed envelope handed over after checking the courier's ID.
HTTP row: there is no negotiation step at all. The connection opens and the request goes straight out in readable text. Every hop on the path — office Wi-Fi, ISP, any intermediary — can read and modify it.
HTTPS row: steps 1-3 are the TLS handshake. It happens once, in milliseconds, and no credential or account data is sent until it completes. The certificate is the server proving who it is; if it does not check out, the browser or app refuses to continue. The key agreed in step 3 is never sent across the network — each side derives it.
From step 4 onward the whole request is sealed, not just the password field: the URL path, the parameters and the response body all sit inside the seal.
Close on the boundary: this protects data in transit only. Authorisation, storage and endpoint security are separate controls (see the next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11603736" cy="63093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66928"/>
            <a:ext cx="566928" cy="50292"/>
          </a:xfrm>
          <a:prstGeom prst="rect">
            <a:avLst/>
          </a:prstGeom>
          <a:solidFill>
            <a:srgbClr val="E31B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of One Request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0" y="786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5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END-TO-END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ON THE WIRE — AND WHERE THE HANDSHAKE FITS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no handshake, nothing sealed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975104"/>
            <a:ext cx="243916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03120"/>
            <a:ext cx="274320" cy="27432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4712" y="2093976"/>
            <a:ext cx="1817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" y="2432304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opens a plain connection. No identity is checked, nothing is negotiated.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4106" y="2414016"/>
            <a:ext cx="274320" cy="146304"/>
          </a:xfrm>
          <a:prstGeom prst="rightArrow">
            <a:avLst/>
          </a:prstGeom>
          <a:solidFill>
            <a:srgbClr val="BFBB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3290" y="1975104"/>
            <a:ext cx="243916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00450" y="2103120"/>
            <a:ext cx="274320" cy="27432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045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47922" y="2093976"/>
            <a:ext cx="1817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09594" y="2432304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travels as readable text — username, password, account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57316" y="2414016"/>
            <a:ext cx="274320" cy="146304"/>
          </a:xfrm>
          <a:prstGeom prst="rightArrow">
            <a:avLst/>
          </a:prstGeom>
          <a:solidFill>
            <a:srgbClr val="BFBB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6500" y="1975104"/>
            <a:ext cx="243916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3660" y="2103120"/>
            <a:ext cx="274320" cy="27432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36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71132" y="2093976"/>
            <a:ext cx="1817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full view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32804" y="2432304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ISP or any hop in between can read it, copy it, even change 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80526" y="2414016"/>
            <a:ext cx="274320" cy="146304"/>
          </a:xfrm>
          <a:prstGeom prst="rightArrow">
            <a:avLst/>
          </a:prstGeom>
          <a:solidFill>
            <a:srgbClr val="BFBB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09710" y="1975104"/>
            <a:ext cx="243916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46870" y="2103120"/>
            <a:ext cx="274320" cy="27432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687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94342" y="2093976"/>
            <a:ext cx="1817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56014" y="2432304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comes back in the same readable form.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3054096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step where trust is established or content is locked. What is sent is exactly what an observer reads.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3529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— a handshake first, then a sealed channel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" y="3840480"/>
            <a:ext cx="64209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HANDSHAKE — ONCE, IN UNDER A SECOND, BEFORE ANY DATA MOVES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71893" y="3840480"/>
            <a:ext cx="4176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SEALED CONVERSATION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133088"/>
            <a:ext cx="193304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261104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24712" y="4251960"/>
            <a:ext cx="131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86384" y="4590288"/>
            <a:ext cx="1640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greets the server and lists the encryption methods it can use.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91410" y="4709160"/>
            <a:ext cx="274320" cy="146304"/>
          </a:xfrm>
          <a:prstGeom prst="rightArrow">
            <a:avLst/>
          </a:prstGeom>
          <a:solidFill>
            <a:srgbClr val="BFBB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4018" y="4133088"/>
            <a:ext cx="193304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21178" y="4261104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1178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68650" y="4251960"/>
            <a:ext cx="131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030322" y="4590288"/>
            <a:ext cx="1640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presents a certificate — a passport signed by an authority your device already trusts.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35347" y="4709160"/>
            <a:ext cx="274320" cy="146304"/>
          </a:xfrm>
          <a:prstGeom prst="rightArrow">
            <a:avLst/>
          </a:prstGeom>
          <a:solidFill>
            <a:srgbClr val="BFBB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7955" y="4133088"/>
            <a:ext cx="193304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65115" y="4261104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65115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12587" y="4251960"/>
            <a:ext cx="131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agree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274259" y="4590288"/>
            <a:ext cx="1640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checks the passport is genuine, then both sides agree a secret key only the two of them hold.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79285" y="4709160"/>
            <a:ext cx="274320" cy="146304"/>
          </a:xfrm>
          <a:prstGeom prst="rightArrow">
            <a:avLst/>
          </a:prstGeom>
          <a:solidFill>
            <a:srgbClr val="BFBB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71893" y="4133088"/>
            <a:ext cx="193304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09053" y="4261104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09053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856525" y="4251960"/>
            <a:ext cx="131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518197" y="4590288"/>
            <a:ext cx="1640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locked with that key before it leaves — including the login and the URL path.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323222" y="4709160"/>
            <a:ext cx="274320" cy="146304"/>
          </a:xfrm>
          <a:prstGeom prst="rightArrow">
            <a:avLst/>
          </a:prstGeom>
          <a:solidFill>
            <a:srgbClr val="BFBB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15830" y="4133088"/>
            <a:ext cx="193304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52990" y="4261104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5299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100462" y="4251960"/>
            <a:ext cx="131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Unsealed at your end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762134" y="4590288"/>
            <a:ext cx="1640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is sealed the same way and can be opened only by your app.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0080" y="5541264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happen automatically, before a single credential is sent. Everything after them is unreadable to anyone on the path.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40080" y="60533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</a:t>
            </a:r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|   Capital Partners — API Data Protection   |   Legal &amp; Compliance Review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332720" y="6053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2026-08-06T14:14:36Z</dcterms:created>
  <dcterms:modified xsi:type="dcterms:W3CDTF">2026-08-06T14:14:36Z</dcterms:modified>
</cp:coreProperties>
</file>