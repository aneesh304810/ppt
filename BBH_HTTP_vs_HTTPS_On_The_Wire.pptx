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journey as the previous slide, but showing what a packet capture on the network would actually contain.
Left: with HTTP there is nothing to decode. The credentials, the session cookie and the account balance are all plain text to anyone on the path.
Right: two things stay readable with HTTPS, and both are public by design. The hostname in the ClientHello tells the network which server is being reached — not what is being asked of it. The certificate is the server's public passport; it is meant to be seen so the client can verify it.
The key agreed in step 3 is derived independently by each side, so it never appears on the wire at all. From that point every byte is a TLS record — the hex on the bottom right is the same login POST shown on the left.
Point to make for compliance: an observer still learns that a connection happened, to which host and roughly how large it was. That is metadata, not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11603736" cy="63093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66928"/>
            <a:ext cx="566928" cy="50292"/>
          </a:xfrm>
          <a:prstGeom prst="rect">
            <a:avLst/>
          </a:prstGeom>
          <a:solidFill>
            <a:srgbClr val="E31B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7132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Journey, On the Wire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0" y="7863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5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ON THE WIRE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NETWORK CAPTURE ACTUALLY SHOWS AT EACH STEP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every step is readable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36792" y="1682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— only the greeting is readable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CONNECT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521208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12848"/>
            <a:ext cx="52120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 &gt;  SYN-ACK  &gt;  ACK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open — no identity checked, no keys agreed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THE REQUEST LEAVES YOUR DEVICE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52120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521208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EDE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 HTTP/1.1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EDE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api.example.com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username=chris.blow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password=SuperSecret123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5254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RESPONSE COMES BACK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2120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521208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EDE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Set-Cookie: session=8f2a41c9d7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{"account":"CP-40218",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"balance":1284300.55}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36792" y="19933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HELLO  (readable, no data yet)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36792" y="2212848"/>
            <a:ext cx="5212080" cy="56692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2212848"/>
            <a:ext cx="52120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ClientHello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server_name : api.example.com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ciphers     : TLS_AES_256_GCM_SHA384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29260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PASSPORT  (readable, public by design)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36792" y="3145536"/>
            <a:ext cx="5212080" cy="56692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3145536"/>
            <a:ext cx="52120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 : CN=api.example.com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issuer  : DigiCert TLS RSA CA  (trusted)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36792" y="38587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KEYS AGREED  (the secret is never sent)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36792" y="4078224"/>
            <a:ext cx="521208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4078224"/>
            <a:ext cx="52120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key_share  &gt;  Finished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E3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channel sealed from here on ---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36792" y="47000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4-5 — THE SAME LOGIN, AND THE REPLY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36792" y="4919472"/>
            <a:ext cx="5212080" cy="70408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919472"/>
            <a:ext cx="5212080" cy="7040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E3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03 03 00 3A 8F 2C A1 9B E4 7D 03 6F D2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E3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1A C8 90 BB 74 E1 F0 22 6A 3D 9C 4E B7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E3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5F A2 61 D4 3B 88 F9 12 7C 0E 55 A6 90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E3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1E E9 05 8A 6D C1 20 94 BF 33 7E 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570585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readable with HTTPS: </a:t>
            </a:r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hostname, the public certificate, and traffic size and timing. Credentials, account numbers, balances and even the URL path sit inside the seal.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0533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</a:t>
            </a:r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|   Capital Partners — API Data Protection   |   Legal &amp; Compliance 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6053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2026-08-06T14:18:37Z</dcterms:created>
  <dcterms:modified xsi:type="dcterms:W3CDTF">2026-08-06T14:18:37Z</dcterms:modified>
</cp:coreProperties>
</file>